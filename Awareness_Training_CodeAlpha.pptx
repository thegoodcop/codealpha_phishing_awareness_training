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Phishing Awareness Training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Presented by: Syed Ali Zain</a:t>
            </a:r>
          </a:p>
          <a:p>
            <a:r>
              <a:t>Intern at CodeAlpha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Phishing is one of the most common and successful cyberattacks used to steal passwords, banking details, and personal data.</a:t>
            </a:r>
          </a:p>
          <a:p>
            <a:r>
              <a:t>This training helps you recognize phishing attempts and stay protected.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Phishing?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Phishing is a cyberattack where attackers impersonate trusted sources to trick victims into sharing confidential information.</a:t>
            </a:r>
          </a:p>
          <a:p/>
          <a:p>
            <a:r>
              <a:t>Goals:</a:t>
            </a:r>
          </a:p>
          <a:p>
            <a:r>
              <a:t>• Steal login credentials</a:t>
            </a:r>
          </a:p>
          <a:p>
            <a:r>
              <a:t>• Install malware</a:t>
            </a:r>
          </a:p>
          <a:p>
            <a:r>
              <a:t>• Financial fraud</a:t>
            </a:r>
          </a:p>
          <a:p>
            <a:r>
              <a:t>• Identity theft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Types of Phishing Attacks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Email Phishing</a:t>
            </a:r>
          </a:p>
          <a:p>
            <a:r>
              <a:t>• Spear Phishing (targeted)</a:t>
            </a:r>
          </a:p>
          <a:p>
            <a:r>
              <a:t>• Whaling (executives)</a:t>
            </a:r>
          </a:p>
          <a:p>
            <a:r>
              <a:t>• Smishing (SMS)</a:t>
            </a:r>
          </a:p>
          <a:p>
            <a:r>
              <a:t>• Vishing (phone calls)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to Recognize Phishing Emails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Red Flags:</a:t>
            </a:r>
          </a:p>
          <a:p>
            <a:r>
              <a:t>• Generic greetings</a:t>
            </a:r>
          </a:p>
          <a:p>
            <a:r>
              <a:t>• Urgent or threatening language</a:t>
            </a:r>
          </a:p>
          <a:p>
            <a:r>
              <a:t>• Suspicious sender address</a:t>
            </a:r>
          </a:p>
          <a:p>
            <a:r>
              <a:t>• Spelling/grammar mistakes</a:t>
            </a:r>
          </a:p>
          <a:p>
            <a:r>
              <a:t>• Unexpected attachments or links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to Identify Fake Websites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Misspelled URLs (paypa1.com)</a:t>
            </a:r>
          </a:p>
          <a:p>
            <a:r>
              <a:t>• No HTTPS or security padlock</a:t>
            </a:r>
          </a:p>
          <a:p>
            <a:r>
              <a:t>• Poor design or copied content</a:t>
            </a:r>
          </a:p>
          <a:p>
            <a:r>
              <a:t>• Requests for unnecessary information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Social Engineering Tactics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Attackers manipulate victims by:</a:t>
            </a:r>
          </a:p>
          <a:p>
            <a:r>
              <a:t>• Creating urgency or fear</a:t>
            </a:r>
          </a:p>
          <a:p>
            <a:r>
              <a:t>• Impersonating authority</a:t>
            </a:r>
          </a:p>
          <a:p>
            <a:r>
              <a:t>• Offering rewards</a:t>
            </a:r>
          </a:p>
          <a:p>
            <a:r>
              <a:t>• Building fake trust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Best Practices to Avoid Phishing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Never share passwords via email/phone</a:t>
            </a:r>
          </a:p>
          <a:p>
            <a:r>
              <a:t>• Enable Multi-Factor Authentication (MFA)</a:t>
            </a:r>
          </a:p>
          <a:p>
            <a:r>
              <a:t>• Verify requests through official channels</a:t>
            </a:r>
          </a:p>
          <a:p>
            <a:r>
              <a:t>• Keep software updated</a:t>
            </a:r>
          </a:p>
          <a:p>
            <a:r>
              <a:t>• Use strong, unique passwords</a:t>
            </a:r>
          </a:p>
          <a:p>
            <a:r>
              <a:t>• Report suspicious emails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Real-World Examples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Fake bank email asking to verify account</a:t>
            </a:r>
          </a:p>
          <a:p>
            <a:r>
              <a:t>• Email from 'manager' requesting urgent funds transfer</a:t>
            </a:r>
          </a:p>
          <a:p>
            <a:r>
              <a:t>• SMS claiming prize and asking for details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Quick Quiz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Email from support@paypa1.com asking for password reset — What should you do?</a:t>
            </a:r>
          </a:p>
          <a:p>
            <a:r>
              <a:t>Answer: Ignore and delete.</a:t>
            </a:r>
          </a:p>
          <a:p/>
          <a:p>
            <a:r>
              <a:t>2. Caller asks for OTP — What should you do?</a:t>
            </a:r>
          </a:p>
          <a:p>
            <a:r>
              <a:t>Answer: Hang up and report.</a:t>
            </a:r>
          </a:p>
          <a:p/>
          <a:p>
            <a:r>
              <a:t>3. Which is a phishing sign?</a:t>
            </a:r>
          </a:p>
          <a:p>
            <a:r>
              <a:t>Answer: Urgent threats.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Takeaways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Think before you click</a:t>
            </a:r>
          </a:p>
          <a:p>
            <a:r>
              <a:t>• Verify before you trust</a:t>
            </a:r>
          </a:p>
          <a:p>
            <a:r>
              <a:t>• Report suspicious activity immediately</a:t>
            </a:r>
          </a:p>
          <a:p/>
          <a:p>
            <a:r>
              <a:t>Awareness is your strongest defense against phishing.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